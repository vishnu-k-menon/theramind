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(~60-90 sec). Relaxed — they invited you.
"Thanks for having me — Bibin speaks really highly of the team, so it's great to finally meet you all. Quick bit on me: I'm finishing my master's in computer science at UB, and I build production AI systems — specifically large-language-model applications. My research background is in clinical and health machine learning. TheraMind came out of that intersection — I wanted to take my research and build something real and deployable. So let me show you what I built, what it does, where it fits a practice like yours, and where it could go."
Set the arc up front so they know the journey: the product, what it does, how it helps, where it goes, and then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~60-90 sec. Frame the pain in their terms before showing the tool.
"Every visit demands two things: a good intake and a clean note, and both are expensive. In urgent care, speed is the product — anything that slows intake or documentation slows throughput. In occupational medicine, the documentation basically is the deliverable. Studies put it starkly: for every hour of patient care, physicians spend close to two hours on EHR and desk work — and documentation is one of the largest pieces of that. That's exactly the piece TheraMind takes off their plate."
Note: the 2 hrs is EHR + desk work broadly; documentation is the slice you address. Don't imply you recover all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(this slide + next).
Type the fever scenario (cold bath + 'just call in antibiotics'). Then CALL OUT THE REFUSAL: 'Notice — it declined the unsafe request. That judgment is trained into the model. If someone typed crushing chest pain, it stops and says call 911.'
For a physician, what it WON'T do matters as much as what it will. Spend time here. Keep the demo warmed up; have the video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DEMO. Click 'Generate SOAP Note'.
"The same conversation becomes a structured note — Subjective, Objective, Assessment, Plan — from what the patient actually said. No re-typing."
LIABILITY LINE (say it unprompted): 'This is an assistive draft — the clinician always reviews and signs; the AI never finalizes a record.'
Then: 'So the patient feels heard, and the note is basically written before the provider sits down.'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JARGON-FREE — they aren't engineers. The phrasing here is deliberately first-person ('I trained', 'I built') — this slide is where they see what YOU can do.
'This isn't ChatGPT with a logo on it. I trained and aligned my own model, the safety is built into the model itself, and it's small enough to own in-house instead of renting forever.'
If Greg asks for depth (Llama 3.2, fine-tuning, alignment), go there — but let them pull it out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FIRST, THEN LAND IT. 'This works for almost any clinic or hospital — and it fits Focus especially well.' Then walk the four points in a sentence each:
- Urgent care: protects your short wait times.
- Occupational medicine: automates your heaviest, most standardized paperwork — probably the strongest fit.
- Preventive &amp; longevity care: it runs the long, detailed health-history intake preventive care needs but clinicians rarely have time to do thoroughly.
- Scales through the cloud: deploy across locations and scale up without adding clinician cost.
Close with deployment: 'And it runs inside the clinic, or as a front door on your website — the patient starts before they even arrive.' That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ACCOUNTANT'S SLIDE — make eye contact with them.
Left: be honest — 'I don't know your volumes yet, so this is a formula, not a fake number. Give me your visits per day and I'll size it.'
Right: cost = capacity without new hires. REVENUE is the winner — more complete notes improve coding/charge capture and cut denied claims. Say that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SLIDE — honesty + ambition in one. This is where 'what the project could do' quietly becomes 'what I could build for you.'
'Let me be straight: today it's a working proof of concept — everything on the left is real. Everything on the right is where it goes with real resources: production-hardening, a website front door, booking and routing, occ-med automation, follow-up. None of that is a research gamble — it's engineering. It's a question of resources, not whether it's possible.'
Don't claim the right column is built. The gap IS the job — which sets up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CLOSE. Slow down, be confident.
'So — I built everything you saw today, end to end, by myself. I'm local, I've got research credibility in clinical ML, and I build production systems solo. What's on that roadmap isn't a question of whether I can build it — it's a question of resources. I'd like to come do that for Focus.'
State the ask plainly, then STOP — let them respond. The contract/pilot option is a deliberate de-risker. Mention publications once; don't enumerate.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13232" cy="713232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5910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DUAL-MODE CLINICAL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91056" y="17556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TheraMind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the patient conversation to a finished clinical note.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04672" y="4983480"/>
            <a:ext cx="457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77240" y="5138928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Krishnakumar Menon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FC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Computer Science (AI/ML), University at Buffalo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E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Focus Medicine  ·  May 29,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visit demands two things: a good intake and a clean note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37944"/>
            <a:ext cx="603504" cy="603504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94855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 care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5880" y="216712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product:  slow intake and documentation throttle the throughput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3255264"/>
            <a:ext cx="603504" cy="603504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3412175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Occupational medicine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25880" y="358444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the deliverable:  high-volume, repetitive, and standardized across every exam.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672584"/>
            <a:ext cx="603504" cy="603504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4829495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617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clinician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25880" y="500176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Note-writing pulls attention away from the patient and stretches the workday.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818120" y="1920240"/>
            <a:ext cx="3840480" cy="3657600"/>
          </a:xfrm>
          <a:prstGeom prst="rect">
            <a:avLst/>
          </a:prstGeom>
          <a:solidFill>
            <a:srgbClr val="0E1A33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818120" y="1920240"/>
            <a:ext cx="64008" cy="36576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8001000" y="23317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 hrs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8092440" y="3520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EHR and desk work for every 1 hour of direct patient care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09244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Sinsky et al., Annals of Internal Medicine, 2016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 · MODE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empathetic conversation, not a checkbox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010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03504" y="5303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436108"/>
            <a:ext cx="118872" cy="1188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5303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SHOWN LIVE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823960" y="18288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gathers symptoms and asks the right follow-up questions, building a complete picture in natural dialogue.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823960" y="3429000"/>
            <a:ext cx="2834640" cy="1783080"/>
          </a:xfrm>
          <a:prstGeom prst="rect">
            <a:avLst/>
          </a:prstGeom>
          <a:solidFill>
            <a:srgbClr val="FCEEEB"/>
          </a:solidFill>
          <a:ln w="12700">
            <a:solidFill>
              <a:srgbClr val="F0C9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8823960" y="3429000"/>
            <a:ext cx="64008" cy="1783080"/>
          </a:xfrm>
          <a:prstGeom prst="rect">
            <a:avLst/>
          </a:prstGeom>
          <a:solidFill>
            <a:srgbClr val="E05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8979408" y="3584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7033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2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in action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006840" y="41148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refused the unsafe request — no cold bath, and no antibiotics for a short viral fever.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61DE60-ECEF-FAF2-0606-D4BAF1353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45" y="1730400"/>
            <a:ext cx="7973695" cy="3440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 · MODE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 becomes a structured SOAP note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22992" y="8412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73836"/>
            <a:ext cx="118872" cy="118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07040" y="8412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SHOWN LIVE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46834" y="1828800"/>
            <a:ext cx="815732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1E293B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3892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536" y="5029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/ Objective / Assessment / Plan — from the patient's own words.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13892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81728" y="5029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re-typing, no summarizing from memory.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513892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03920" y="5029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 always reviews and signs — it's an assistive draft.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8F14BF-6EBB-72C0-3388-15E408824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834" y="1170189"/>
            <a:ext cx="8157329" cy="38590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ChatGPT wrapper — a model built for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30168" cy="365760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" cy="3657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194560"/>
            <a:ext cx="713232" cy="713232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238000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trained it for clinical work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fine-tuned and preference-aligned my own model on real clinical dialogue, so it writes clean notes and avoids invented details.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0832" y="1874520"/>
            <a:ext cx="3630168" cy="365760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70832" y="1874520"/>
            <a:ext cx="64008" cy="3657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63440" y="2194560"/>
            <a:ext cx="713232" cy="713232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880" y="2380000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063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built the safety in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74904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unsafe advice and escalates red-flag symptoms (e.g., chest pain) to a 911 advisory:  trained in, not bolted on.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93024" y="1874520"/>
            <a:ext cx="3630168" cy="365760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193024" y="1874520"/>
            <a:ext cx="64008" cy="3657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85632" y="2194560"/>
            <a:ext cx="713232" cy="713232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072" y="2380000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67344" y="3063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made it lightweight &amp; ownable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67344" y="374904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at a few cents an hour and can live in-house:  owned and customized, with no perpetual per-seat fees.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any clinic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almost any clinic or hospital where intake and documentation slow things 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7528" cy="1572768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4008" cy="15727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 care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9344" y="253288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intake and auto-notes protect the short wait times across every location.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2784" y="1874520"/>
            <a:ext cx="5367528" cy="1572768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272784" y="1874520"/>
            <a:ext cx="64008" cy="15727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528816" y="2130552"/>
            <a:ext cx="640080" cy="640080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237" y="229697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33488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Occupational medicine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33488" y="253288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heavy, standardized documentation and reporting that occupational medicine runs 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520440"/>
            <a:ext cx="5367528" cy="1572768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48640" y="3520440"/>
            <a:ext cx="64008" cy="15727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04672" y="3776472"/>
            <a:ext cx="640080" cy="640080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3942893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9344" y="37581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Preventive &amp; longevity care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9344" y="417880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long, detailed health-history intake preventive care needs:  thoroughly, on every patient, which clinicians rarely have time for.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72784" y="3520440"/>
            <a:ext cx="5367528" cy="1572768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272784" y="3520440"/>
            <a:ext cx="64008" cy="15727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528816" y="3776472"/>
            <a:ext cx="640080" cy="640080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237" y="3942893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33488" y="37581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through the cloud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333488" y="417880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across many locations through the cloud:  add sites or scale up without adding clinician headcount or cost.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5285232"/>
            <a:ext cx="11091672" cy="566928"/>
          </a:xfrm>
          <a:prstGeom prst="rect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822960" y="5285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deploy: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clinic, or as an intake assistant on website that captures the visit before the patient arrives.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helps the bottom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3657600"/>
          </a:xfrm>
          <a:prstGeom prst="rect">
            <a:avLst/>
          </a:prstGeom>
          <a:solidFill>
            <a:srgbClr val="0E1A33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" cy="36576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603504" cy="603504"/>
          </a:xfrm>
          <a:prstGeom prst="ellipse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3057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returned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3600" y="2794000"/>
            <a:ext cx="49403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visits/day ×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locations =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visits/day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saved/note =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~640 min/day</a:t>
            </a: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hrs/day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clinician-hours</a:t>
            </a:r>
            <a:r>
              <a:rPr lang="en-US" sz="13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 per week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3600" y="4419600"/>
            <a:ext cx="49403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than a full extra clinician's time — every week.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3600" y="5105400"/>
            <a:ext cx="494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we'd plug in your actual visit volumes to size this together.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94960" cy="173736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64008" cy="1737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510528" y="2167128"/>
            <a:ext cx="658368" cy="658368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704" y="2338304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33488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Cuts cost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333488" y="2587752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minutes go back to patient care instead of paperwork.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63640" y="3794760"/>
            <a:ext cx="5394960" cy="173736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263640" y="3794760"/>
            <a:ext cx="64008" cy="1737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510528" y="4087368"/>
            <a:ext cx="658368" cy="658368"/>
          </a:xfrm>
          <a:prstGeom prst="ellipse">
            <a:avLst/>
          </a:prstGeom>
          <a:solidFill>
            <a:srgbClr val="EAF0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704" y="4258544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33488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Protects revenue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33488" y="4507992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complete, structured notes improve coding and charge capture and reduce denied claims.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7246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it's a proof of concept — here's where it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4160520"/>
          </a:xfrm>
          <a:prstGeom prst="rect">
            <a:avLst/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008" cy="4160520"/>
          </a:xfrm>
          <a:prstGeom prst="rect">
            <a:avLst/>
          </a:prstGeom>
          <a:solidFill>
            <a:srgbClr val="0E9F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2195292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today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8529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779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dual-mode demo: intake → SOAP note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112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25296" y="34381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trained, safety-aligned model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69664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5296" y="40965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refuses unsafe advice, escalates to 911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82803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5296" y="475488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and deployed to the cloud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5440680" y="1783080"/>
            <a:ext cx="6217920" cy="4160520"/>
          </a:xfrm>
          <a:prstGeom prst="rect">
            <a:avLst/>
          </a:prstGeom>
          <a:solidFill>
            <a:srgbClr val="0E1A33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334155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1"/>
          <p:cNvSpPr/>
          <p:nvPr/>
        </p:nvSpPr>
        <p:spPr>
          <a:xfrm>
            <a:off x="5440680" y="1783080"/>
            <a:ext cx="64008" cy="41605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5715000" y="2057400"/>
            <a:ext cx="530352" cy="530352"/>
          </a:xfrm>
          <a:prstGeom prst="ellipse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892" y="2195292"/>
            <a:ext cx="254569" cy="25456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5508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the right resources &amp; technology</a:t>
            </a:r>
            <a:endParaRPr lang="en-US" sz="17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79806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08192" y="272491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for production: HIPAA / BAA, EMR integration, audit logging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333298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08192" y="325983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front door — patients start before they arrive</a:t>
            </a:r>
            <a:endParaRPr lang="en-US" sz="12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3867912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108192" y="379476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 and routes to the right visit type</a:t>
            </a:r>
            <a:endParaRPr lang="en-US" sz="12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4402836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108192" y="4329684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Pre-loads the provider's chart before the visit</a:t>
            </a:r>
            <a:endParaRPr lang="en-US" sz="12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4937760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108192" y="486460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occ-med paperwork and patient follow-up</a:t>
            </a:r>
            <a:endParaRPr lang="en-US" sz="12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5472684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108192" y="539953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intake and coding support for staff</a:t>
            </a:r>
            <a:endParaRPr lang="en-US" sz="1250" dirty="0"/>
          </a:p>
        </p:txBody>
      </p:sp>
      <p:sp>
        <p:nvSpPr>
          <p:cNvPr id="34" name="Text 20"/>
          <p:cNvSpPr/>
          <p:nvPr/>
        </p:nvSpPr>
        <p:spPr>
          <a:xfrm>
            <a:off x="548640" y="6053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right is engineering, not a research bet — a question of resources, not whether it's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built this — and I can build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520440" cy="2011680"/>
          </a:xfrm>
          <a:prstGeom prst="rect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64008" cy="20116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33272" y="2176272"/>
            <a:ext cx="603504" cy="603504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83" y="2333183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2494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3272" y="29077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 err="1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Finishined</a:t>
            </a: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 M.S. in Computer Science (AI/ML) at the University at Buffalo 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71416" y="1920240"/>
            <a:ext cx="3520440" cy="2011680"/>
          </a:xfrm>
          <a:prstGeom prst="rect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71416" y="1920240"/>
            <a:ext cx="64008" cy="20116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27448" y="2176272"/>
            <a:ext cx="603504" cy="603504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359" y="2333183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31536" y="22494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research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27448" y="29077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publications in Human Computer Interface machine learning.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65592" y="1920240"/>
            <a:ext cx="3520440" cy="2011680"/>
          </a:xfrm>
          <a:prstGeom prst="rect">
            <a:avLst/>
          </a:prstGeom>
          <a:solidFill>
            <a:srgbClr val="1626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165592" y="1920240"/>
            <a:ext cx="64008" cy="20116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421624" y="2176272"/>
            <a:ext cx="603504" cy="603504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535" y="2333183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25712" y="22494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builder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21624" y="29077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design, train, and ship production AI systems myself: solo. TheraMind is the proof.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251960"/>
            <a:ext cx="10634472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1097280" y="425196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r>
              <a:rPr lang="en-US" sz="15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I built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</a:rPr>
              <a:t>TheraMind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 end-to-end, solo, and it's just one example of the kind of AI I can build. If this lines up with where Focus is headed, I'd love to talk about how I could help</a:t>
            </a:r>
            <a:endParaRPr lang="en-US" sz="15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77724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Krishnakumar Menon</a:t>
            </a: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+1 (716) 818 7621      vishnukm147@gmail.com      github.com/Vishnu-K-Menon/TheraMind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F6E35E-E4A7-403F-B4D6-0B04954BB1C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05bcbcc-b36b-4645-9549-2cddb587b16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1860</Words>
  <Application>Microsoft Office PowerPoint</Application>
  <PresentationFormat>Custom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TheraMind — Focus Medicine</dc:title>
  <dc:subject>PptxGenJS Presentation</dc:subject>
  <dc:creator>Vishnu Krishnakumar Menon</dc:creator>
  <cp:lastModifiedBy>vishnu.k. menon</cp:lastModifiedBy>
  <cp:revision>5</cp:revision>
  <dcterms:created xsi:type="dcterms:W3CDTF">2026-05-29T01:02:12Z</dcterms:created>
  <dcterms:modified xsi:type="dcterms:W3CDTF">2026-05-29T14:56:29Z</dcterms:modified>
</cp:coreProperties>
</file>